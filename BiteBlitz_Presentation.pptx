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640080"/>
            <a:ext cx="137160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658368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6B35"/>
                </a:solidFill>
                <a:latin typeface="Calibri"/>
              </a:rPr>
              <a:t>BiteBlitz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A Real-Time, Full-Stack Food Delivery Platform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977639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Calibri"/>
              </a:rPr>
              <a:t>Semester 4  •  MCA Project  •  GTU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4846320"/>
            <a:ext cx="16459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React.js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4846320"/>
            <a:ext cx="16459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Node.js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59" y="4846320"/>
            <a:ext cx="16459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4846320"/>
            <a:ext cx="16459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79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Socket.io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846320"/>
            <a:ext cx="16459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Stripe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85216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Presented by: Rajan  |  Academic Year: 2025-26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📋  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Project Overview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System Architecture &amp; 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735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375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Database Design (ER &amp; Tables)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Key Module Implementations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852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492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Payment Gateway (Stripe Integration)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8872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6187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3258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Real-Time Tracking (Socket.io)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9456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677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3317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UML Diagrams (Use Case, Sequence, Activity)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0040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2735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3375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Testing &amp;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06240"/>
            <a:ext cx="55778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7939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343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⚠️  Problem Statement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❌  Fragmented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Customers must navigate multiple apps for different restaurants. No single unified ordering layer exists.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❌  No Real-Time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4708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Legacy platforms rely on manual page refreshes. Consumers have zero visibility into live order tracking.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548640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118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❌  Security Vulnerabilities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33087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Unsafe local price handling allows cart tampering. Passwords stored in plain text leave users exposed.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474720"/>
            <a:ext cx="548640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118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❌  High Aggregator Cuts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33087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Platforms like Zomato charge 25-30% commission, eroding restaurant profit margins unsustainably.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🎯  Project 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35661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Secure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JWT + BCrypt + 2FA Multi-Factor Auth for all user sessions.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5661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Dynamic Cart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Real-time Cartesian state management via React Context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35661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Safe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Full Stripe API integration with PCI-DSS Webhook verification.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35661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Live Order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Bidirectional WebSockets (Socket.io) for zero-latency updates.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566160"/>
            <a:ext cx="35661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Admin Control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00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Standalone SPA for catalog CRUD, order management, dashboards.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566160"/>
            <a:ext cx="356616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High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00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Redis caching layer for sub-millisecond catalog retrievals.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🏗️  System Architecture (N-Tier)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3291840" cy="521208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PRESENTATION TIER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938528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React 18 + Vite + Tailwind CSS
Glassmorphism UI  •  Dark/Light Mode
Socket.io-client  •  Axios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188720"/>
            <a:ext cx="3291840" cy="521208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APPLICATION TIER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938528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6052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Node.js + Express.js
Thin Controller / Fat Service Pattern
JWT Middleware  •  Multer File Uploads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188720"/>
            <a:ext cx="3291840" cy="521208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DATA TIER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1938528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MongoDB (Mongoose ORM)
Redis In-Memory Cache
Stripe Webhook Handler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35"/>
                </a:solidFill>
                <a:latin typeface="Calibri"/>
              </a:rPr>
              <a:t>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35"/>
                </a:solidFill>
                <a:latin typeface="Calibri"/>
              </a:rPr>
              <a:t>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External Services:  Stripe API  •  Socket.io Engine  •  Redis K/V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🛠️  Technology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356616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Frontend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73736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828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React 18 (VDOM / Hooks)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Vite JS (HMR Engine)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Tailwind CSS (Utility)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Socket.io-Client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43000"/>
            <a:ext cx="356616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Backend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73736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0" y="1828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Node.js (V8 Runtime)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Express.js (Middleware)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JWT Authentication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Multer (File Handling)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657600"/>
            <a:ext cx="356616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7490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Database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25196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43434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MongoDB (NoSQL BSON)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Mongoose ORM (Schema)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Redis (Cache Layer)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Data 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56616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Security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25196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3434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BCrypt Password Hashing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JSON Web Tokens (JWT)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2FA Verification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PCI-DSS via Stripe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6172200"/>
            <a:ext cx="356616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6263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Payment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676656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97680" y="6858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Stripe Checkout API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Webhook Auto-Verify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line_items Integration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Sandbox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6172200"/>
            <a:ext cx="356616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6263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QA/Testing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676656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38160" y="6858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Playwright E2E Tests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Jest (Unit Tests)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Supertest (API Tests)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  ▶  mongodb-memory-server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🗄️  Database Design — ER Diagram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27432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9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230428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_id  (PK) : ObjectId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name 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email : String  [Unique]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52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password : String  [BCrypt]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363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cartData :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role : 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143000"/>
            <a:ext cx="27432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79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554480"/>
            <a:ext cx="2743200" cy="2688336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600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_id  (PK) : ObjectId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984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name : 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368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description :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752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price :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1363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image : String  [Multer]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category :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044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calories : 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43000"/>
            <a:ext cx="27432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179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2743200" cy="2688336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1600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_id  (PK) : ObjectId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1984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userId  (FK) : String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368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items : Array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2752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amount :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31363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address : Object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status : String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9044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payment : Boolean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143000"/>
            <a:ext cx="27432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179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1554480"/>
            <a:ext cx="2743200" cy="1152144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600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_id  (PK) : String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984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menu_name : String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368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menu_image : 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572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  <a:latin typeface="Calibri"/>
              </a:rPr>
              <a:t>1 : N
(places)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572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  <a:latin typeface="Calibri"/>
              </a:rPr>
              <a:t>M : N
(contains)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572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  <a:latin typeface="Calibri"/>
              </a:rPr>
              <a:t>classifies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🧩  Module Implementation Details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5577840" cy="237744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🔐  Auth Module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85623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96596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JWT signature generation on login
• BCrypt cost-factor hashing
• 2FA OTP gating before token issue
• authMiddleware intercepts all secure 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5577840" cy="237744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📦  Catalog Module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85623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46520" y="196596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Redis LRU cache intercepts menu GETs
• Multer buffers image binary uploads
• Cryptographic timestamp filenames
• Admin CRUD triggers cache invalidation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577840" cy="237744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🛒  Cart &amp; Order Module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46227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720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StoreContext.jsx global state tree
• Cart stored in MongoDB cartData field
• Server recalculates pricing (no DOM trust)
• BITE20 discount applied server-side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49039"/>
            <a:ext cx="5577840" cy="237744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86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💳  Payment Module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46227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46520" y="45720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Stripe line_items built on backend
• orderId injected into Stripe metadata
• Webhook confirms payment asynchronously
• Payment boolean flipped ONLY via Webhook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💳  Stripe Payment Gateway Integration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557784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029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527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User clicks 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React sends cart item IDs + JWT token to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557784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029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2527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Backend recalculates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Node.js queries MongoDB for real prices. Ignores client-sent totals.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57784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029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8328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358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Stripe session created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661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Backend structures line_items and fires POST to Stripe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26080"/>
            <a:ext cx="557784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926080"/>
            <a:ext cx="5029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0358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User pays on Stripe 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5661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Stripe handles Credit Card processing. BiteBlitz never sees card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557784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029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663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18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Webhook fires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49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Stripe auto-sends checkout.session.completed event to /api/order/verify.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709160"/>
            <a:ext cx="557784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709160"/>
            <a:ext cx="5029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1663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18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Order confirmed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349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Node.js validates signature &amp; sets payment: true in MongoDB.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📡  Real-Time Order Tracking (Socket.io)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5303520" cy="5394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How It Works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9202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Admin opens Order Dashboard panel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Admin changes status via dropdown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PATCH request hits /api/order/status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Node.js updates MongoDB document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io.emit('status-update') fires globally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React useEffect listener intercepts event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setOrders() reconciles the VDOM instantly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✦  CSS status pills animate in &lt; 50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Order Status Timeline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0" y="1965960"/>
            <a:ext cx="5029200" cy="1143000"/>
          </a:xfrm>
          <a:prstGeom prst="rect">
            <a:avLst/>
          </a:prstGeom>
          <a:solidFill>
            <a:srgbClr val="0D14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21991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2585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Food 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383280"/>
            <a:ext cx="5029200" cy="1143000"/>
          </a:xfrm>
          <a:prstGeom prst="rect">
            <a:avLst/>
          </a:prstGeom>
          <a:solidFill>
            <a:srgbClr val="0D142E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3931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6758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80B9"/>
                </a:solidFill>
                <a:latin typeface="Calibri"/>
              </a:rPr>
              <a:t>Out for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00600"/>
            <a:ext cx="5029200" cy="1143000"/>
          </a:xfrm>
          <a:prstGeom prst="rect">
            <a:avLst/>
          </a:prstGeom>
          <a:solidFill>
            <a:srgbClr val="0D142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0566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0932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Order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📐  UML Diagrams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1143000"/>
            <a:ext cx="36576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27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Use Case Diagram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929384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Maps actors (Customer, Admin, Stripe) to system use cases. Defines &lt;&lt;include&gt;&gt; and &lt;&lt;extend&gt;&gt; relationships between Checkout, Payment, and Authentication flows.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43000"/>
            <a:ext cx="36576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527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Sequence Diagram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1929384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Chronologically models the Stripe Checkout flow across 5 participants: Customer → React → Node → MongoDB → Stripe, including the asynchronous Webhook event.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143000"/>
            <a:ext cx="36576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527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Activity Diagram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1929384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Tracks the dynamic state transitions from Browse → Cart → Auth Check → Checkout → Webhook → Order Generated using decision nodes and parallel states.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49039"/>
            <a:ext cx="36576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Class Diagram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41655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535424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Documents the static OOP structure of the 5 core Mongoose model classes: User, Admin (inherits User), Food, Order, PaymentGateway with cardinality mappings.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749039"/>
            <a:ext cx="36576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DFD Level-0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441655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89120" y="4535424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Context diagram treating the entire system as a single black box, mapping exact data vectors between Customer, Admin, and the Stripe external entity.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749039"/>
            <a:ext cx="36576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DFD Level-1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441655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21040" y="4535424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Decomposes the black box into 4 processes: Auth Verifier, Catalog Engine, Order Execution, and Financial Webhook Handler with D1/D2/D3 data stores.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🧪  Testing &amp; Validation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5486400" cy="5349240"/>
          </a:xfrm>
          <a:prstGeom prst="rect">
            <a:avLst/>
          </a:prstGeom>
          <a:solidFill>
            <a:srgbClr val="16213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⚡  Jest + Supertest (Unit &amp; API Tests)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874519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Instantiates mongodb-memory-server (in-RAM DB)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Supertest mounts Express app without network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Tests: Login, Cart CRUD, Promo code math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Verifies JWT rejection for tampered tokens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Ensures BITE20 discount runs BEFORE tax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Confirms Stripe Webhook mutates payment: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486400" cy="5349240"/>
          </a:xfrm>
          <a:prstGeom prst="rect">
            <a:avLst/>
          </a:prstGeom>
          <a:solidFill>
            <a:srgbClr val="16213E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DADE8"/>
                </a:solidFill>
                <a:latin typeface="Calibri"/>
              </a:rPr>
              <a:t>🎭  Playwright (E2E Browser Tests)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81051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1874519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Boots headless Chromium environment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Simulates full consumer click journeys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Tests: Login → Browse → Add Cart → Checkout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Uses page.locator() for precise DOM targeting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networkidle waits for async API completion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▶  Captures failure screenshots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🚀  Future Scope of Research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43000"/>
            <a:ext cx="557784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🤖  AI Recommendations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85623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0116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Train ML model on order history to push predictive food suggestions based on weather, time, and consumer behavior.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557784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🏢  Multi-Vendor Platform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85623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46520" y="20116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Evolve to a Multi-Tenant architecture via Kubernetes microservices, supporting multiple restaurants under one domain.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57784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📍  IoT Geofencing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37083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262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Integrate GPS IoT device beacons with the WebSocket layer to fire automatic delivery alerts as drivers enter a 1km delivery radius.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557784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⛓️  Blockchain Payments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370832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46520" y="45262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Implement Ethereum Smart Contracts (Solidity) for trustless Escrow-based Crypto payments between consumers and vendors.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✅  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BiteBlitz successfully demonstrates that a modern MERN stack architecture can solve real-world logistical bottlenecks in the food delivery sector while achieving enterprise-grade security, performance, and user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40280"/>
            <a:ext cx="35661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🔐 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BCrypt + 2FA + JWT provides a zero-trust, stateless auth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240280"/>
            <a:ext cx="35661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💳 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8346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100% PCI-DSS compliance via full Stripe Gateway offloading.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813048"/>
            <a:ext cx="35661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90448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⚡ 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40740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Redis caching reduces DB load by bypassing repeated catalog queries.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13048"/>
            <a:ext cx="35661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📡 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Socket.io delivers order status changes in under 50 milliseconds.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5385816"/>
            <a:ext cx="35661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54772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🧪 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98017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Dual-layer testing via Jest (unit) and Playwright (E2E) ensures stability.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385816"/>
            <a:ext cx="35661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54772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🚀  Scalable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598017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N-Tier Service Layer is architecturally ready for Kubernetes deployment.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548640"/>
            <a:ext cx="1216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Calibri"/>
              </a:rPr>
              <a:t>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531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6B35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BiteBlitz — Delivering Not Just Food, But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Calibri"/>
              </a:rPr>
              <a:t>Project by: Rajan  |  MCA Semester 4  |  GTU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Technologies: React  •  Node.js  •  MongoDB  •  Redis  •  Socket.io  • 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303520"/>
            <a:ext cx="6702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Open for 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